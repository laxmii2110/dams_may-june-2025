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6/19/2025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F0931-5C3C-B98B-1E86-E77BEDBB9D83}"/>
              </a:ext>
            </a:extLst>
          </p:cNvPr>
          <p:cNvSpPr>
            <a:spLocks noGrp="1"/>
          </p:cNvSpPr>
          <p:nvPr>
            <p:ph type="ctrTitle"/>
          </p:nvPr>
        </p:nvSpPr>
        <p:spPr>
          <a:xfrm>
            <a:off x="58724" y="109057"/>
            <a:ext cx="11979478" cy="3229762"/>
          </a:xfrm>
        </p:spPr>
        <p:txBody>
          <a:bodyPr>
            <a:normAutofit/>
          </a:bodyPr>
          <a:lstStyle/>
          <a:p>
            <a:r>
              <a:rPr lang="en-US" dirty="0"/>
              <a:t>AWS PROJECT1 :-”Hello </a:t>
            </a:r>
            <a:r>
              <a:rPr lang="en-US" dirty="0" err="1"/>
              <a:t>world”Serverless</a:t>
            </a:r>
            <a:r>
              <a:rPr lang="en-US" dirty="0"/>
              <a:t> API .</a:t>
            </a:r>
            <a:br>
              <a:rPr lang="en-US" dirty="0"/>
            </a:br>
            <a:endParaRPr lang="en-US" dirty="0"/>
          </a:p>
        </p:txBody>
      </p:sp>
      <p:sp>
        <p:nvSpPr>
          <p:cNvPr id="3" name="Subtitle 2">
            <a:extLst>
              <a:ext uri="{FF2B5EF4-FFF2-40B4-BE49-F238E27FC236}">
                <a16:creationId xmlns:a16="http://schemas.microsoft.com/office/drawing/2014/main" id="{8F003816-7BA0-8D16-1897-4473816AC40F}"/>
              </a:ext>
            </a:extLst>
          </p:cNvPr>
          <p:cNvSpPr>
            <a:spLocks noGrp="1"/>
          </p:cNvSpPr>
          <p:nvPr>
            <p:ph type="subTitle" idx="1"/>
          </p:nvPr>
        </p:nvSpPr>
        <p:spPr>
          <a:xfrm>
            <a:off x="153798" y="2726422"/>
            <a:ext cx="10441497" cy="3064777"/>
          </a:xfrm>
        </p:spPr>
        <p:txBody>
          <a:bodyPr/>
          <a:lstStyle/>
          <a:p>
            <a:pPr marL="285750" indent="-285750">
              <a:buFont typeface="Arial" panose="020B0604020202020204" pitchFamily="34" charset="0"/>
              <a:buChar char="•"/>
            </a:pPr>
            <a:r>
              <a:rPr lang="en-US" dirty="0"/>
              <a:t>Go to  the </a:t>
            </a:r>
            <a:r>
              <a:rPr lang="en-US" dirty="0" err="1"/>
              <a:t>aws</a:t>
            </a:r>
            <a:r>
              <a:rPr lang="en-US" dirty="0"/>
              <a:t> management console then log in  with your credentials </a:t>
            </a:r>
          </a:p>
          <a:p>
            <a:pPr marL="285750" indent="-285750">
              <a:buFont typeface="Arial" panose="020B0604020202020204" pitchFamily="34" charset="0"/>
              <a:buChar char="•"/>
            </a:pPr>
            <a:r>
              <a:rPr lang="en-US" dirty="0"/>
              <a:t>Then go to the </a:t>
            </a:r>
            <a:r>
              <a:rPr lang="en-US" dirty="0" err="1"/>
              <a:t>aws</a:t>
            </a:r>
            <a:r>
              <a:rPr lang="en-US" dirty="0"/>
              <a:t> </a:t>
            </a:r>
            <a:r>
              <a:rPr lang="en-US" dirty="0" err="1"/>
              <a:t>lamda</a:t>
            </a:r>
            <a:r>
              <a:rPr lang="en-US" dirty="0"/>
              <a:t> click on create function </a:t>
            </a:r>
          </a:p>
          <a:p>
            <a:pPr marL="285750" indent="-285750">
              <a:buFont typeface="Arial" panose="020B0604020202020204" pitchFamily="34" charset="0"/>
              <a:buChar char="•"/>
            </a:pPr>
            <a:r>
              <a:rPr lang="en-US" dirty="0"/>
              <a:t>Then add your code in python  and then deploy it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47917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2444-F823-E72E-5755-6A81C68D84D9}"/>
              </a:ext>
            </a:extLst>
          </p:cNvPr>
          <p:cNvSpPr>
            <a:spLocks noGrp="1"/>
          </p:cNvSpPr>
          <p:nvPr>
            <p:ph type="title"/>
          </p:nvPr>
        </p:nvSpPr>
        <p:spPr/>
        <p:txBody>
          <a:bodyPr/>
          <a:lstStyle/>
          <a:p>
            <a:r>
              <a:rPr lang="en-US" dirty="0"/>
              <a:t>HOW TO CREATE A FUNCTION IN  LAMBDA </a:t>
            </a:r>
          </a:p>
        </p:txBody>
      </p:sp>
      <p:pic>
        <p:nvPicPr>
          <p:cNvPr id="5" name="Content Placeholder 4">
            <a:extLst>
              <a:ext uri="{FF2B5EF4-FFF2-40B4-BE49-F238E27FC236}">
                <a16:creationId xmlns:a16="http://schemas.microsoft.com/office/drawing/2014/main" id="{E0BD9A33-CA19-AA89-BFFB-5959E80F7469}"/>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1200306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8F824-BB8C-5A1E-3A1F-4BEBE21BB953}"/>
              </a:ext>
            </a:extLst>
          </p:cNvPr>
          <p:cNvSpPr>
            <a:spLocks noGrp="1"/>
          </p:cNvSpPr>
          <p:nvPr>
            <p:ph type="title"/>
          </p:nvPr>
        </p:nvSpPr>
        <p:spPr/>
        <p:txBody>
          <a:bodyPr/>
          <a:lstStyle/>
          <a:p>
            <a:r>
              <a:rPr lang="en-US" dirty="0"/>
              <a:t>THEN WRITE THE LAMBDA CODE IN AWS </a:t>
            </a:r>
          </a:p>
        </p:txBody>
      </p:sp>
      <p:pic>
        <p:nvPicPr>
          <p:cNvPr id="5" name="Content Placeholder 4">
            <a:extLst>
              <a:ext uri="{FF2B5EF4-FFF2-40B4-BE49-F238E27FC236}">
                <a16:creationId xmlns:a16="http://schemas.microsoft.com/office/drawing/2014/main" id="{01E60E6B-3352-8340-4C4A-58FCCD55407D}"/>
              </a:ext>
            </a:extLst>
          </p:cNvPr>
          <p:cNvPicPr>
            <a:picLocks noGrp="1" noChangeAspect="1"/>
          </p:cNvPicPr>
          <p:nvPr>
            <p:ph idx="1"/>
          </p:nvPr>
        </p:nvPicPr>
        <p:blipFill>
          <a:blip r:embed="rId2"/>
          <a:stretch>
            <a:fillRect/>
          </a:stretch>
        </p:blipFill>
        <p:spPr>
          <a:xfrm>
            <a:off x="1325461" y="2141538"/>
            <a:ext cx="7670195" cy="3649662"/>
          </a:xfrm>
        </p:spPr>
      </p:pic>
    </p:spTree>
    <p:extLst>
      <p:ext uri="{BB962C8B-B14F-4D97-AF65-F5344CB8AC3E}">
        <p14:creationId xmlns:p14="http://schemas.microsoft.com/office/powerpoint/2010/main" val="4086524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EC2C4-24A7-9F8B-F11D-C1C06A6FD499}"/>
              </a:ext>
            </a:extLst>
          </p:cNvPr>
          <p:cNvSpPr>
            <a:spLocks noGrp="1"/>
          </p:cNvSpPr>
          <p:nvPr>
            <p:ph type="title"/>
          </p:nvPr>
        </p:nvSpPr>
        <p:spPr/>
        <p:txBody>
          <a:bodyPr/>
          <a:lstStyle/>
          <a:p>
            <a:r>
              <a:rPr lang="en-US" dirty="0"/>
              <a:t>CREATE API GATEWAY </a:t>
            </a:r>
          </a:p>
        </p:txBody>
      </p:sp>
      <p:pic>
        <p:nvPicPr>
          <p:cNvPr id="9" name="Content Placeholder 8">
            <a:extLst>
              <a:ext uri="{FF2B5EF4-FFF2-40B4-BE49-F238E27FC236}">
                <a16:creationId xmlns:a16="http://schemas.microsoft.com/office/drawing/2014/main" id="{4BF09537-74FF-1594-AEC4-EF6AAC525E69}"/>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3865166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0E61D-4A0D-21DA-7025-037FED065704}"/>
              </a:ext>
            </a:extLst>
          </p:cNvPr>
          <p:cNvSpPr>
            <a:spLocks noGrp="1"/>
          </p:cNvSpPr>
          <p:nvPr>
            <p:ph type="title"/>
          </p:nvPr>
        </p:nvSpPr>
        <p:spPr/>
        <p:txBody>
          <a:bodyPr/>
          <a:lstStyle/>
          <a:p>
            <a:r>
              <a:rPr lang="en-US" dirty="0"/>
              <a:t>THERE ARE FOLLOWING STEPS HOW TO CREATE A GATAWEAY :-  GO TO THE NEXT</a:t>
            </a:r>
          </a:p>
        </p:txBody>
      </p:sp>
      <p:pic>
        <p:nvPicPr>
          <p:cNvPr id="5" name="Content Placeholder 4">
            <a:extLst>
              <a:ext uri="{FF2B5EF4-FFF2-40B4-BE49-F238E27FC236}">
                <a16:creationId xmlns:a16="http://schemas.microsoft.com/office/drawing/2014/main" id="{9C42E201-6FEE-E8BB-0CCC-6FFD1B77330D}"/>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2365444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819E-40F9-F3B3-B58F-E3163E7763B4}"/>
              </a:ext>
            </a:extLst>
          </p:cNvPr>
          <p:cNvSpPr>
            <a:spLocks noGrp="1"/>
          </p:cNvSpPr>
          <p:nvPr>
            <p:ph type="title"/>
          </p:nvPr>
        </p:nvSpPr>
        <p:spPr/>
        <p:txBody>
          <a:bodyPr/>
          <a:lstStyle/>
          <a:p>
            <a:r>
              <a:rPr lang="en-US" dirty="0"/>
              <a:t>THEN HOW TO DO DEPLOY IN AWS </a:t>
            </a:r>
            <a:br>
              <a:rPr lang="en-US" dirty="0"/>
            </a:br>
            <a:r>
              <a:rPr lang="en-US" sz="1400" dirty="0"/>
              <a:t>  AS YOU CAN SEE in this following  picture that  after crating you have to deploy as you can see that it is being  deployed .</a:t>
            </a:r>
            <a:endParaRPr lang="en-US" dirty="0"/>
          </a:p>
        </p:txBody>
      </p:sp>
      <p:pic>
        <p:nvPicPr>
          <p:cNvPr id="5" name="Content Placeholder 4">
            <a:extLst>
              <a:ext uri="{FF2B5EF4-FFF2-40B4-BE49-F238E27FC236}">
                <a16:creationId xmlns:a16="http://schemas.microsoft.com/office/drawing/2014/main" id="{E4AE5A12-4A58-BD16-562C-1448C2FA0C1C}"/>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2044560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4CC6-3096-CAF8-9D0A-D0B96EA8AFEC}"/>
              </a:ext>
            </a:extLst>
          </p:cNvPr>
          <p:cNvSpPr>
            <a:spLocks noGrp="1"/>
          </p:cNvSpPr>
          <p:nvPr>
            <p:ph type="title"/>
          </p:nvPr>
        </p:nvSpPr>
        <p:spPr/>
        <p:txBody>
          <a:bodyPr/>
          <a:lstStyle/>
          <a:p>
            <a:r>
              <a:rPr lang="en-US" dirty="0"/>
              <a:t>Then go to the ec2 instance and make your instance and them connect t0 that instance  </a:t>
            </a:r>
          </a:p>
        </p:txBody>
      </p:sp>
      <p:pic>
        <p:nvPicPr>
          <p:cNvPr id="5" name="Content Placeholder 4">
            <a:extLst>
              <a:ext uri="{FF2B5EF4-FFF2-40B4-BE49-F238E27FC236}">
                <a16:creationId xmlns:a16="http://schemas.microsoft.com/office/drawing/2014/main" id="{673E6AF4-91FA-0B5B-39B9-EE819830820B}"/>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307065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7D85-178D-5C03-62AD-D1B6C11FB317}"/>
              </a:ext>
            </a:extLst>
          </p:cNvPr>
          <p:cNvSpPr>
            <a:spLocks noGrp="1"/>
          </p:cNvSpPr>
          <p:nvPr>
            <p:ph type="title"/>
          </p:nvPr>
        </p:nvSpPr>
        <p:spPr/>
        <p:txBody>
          <a:bodyPr>
            <a:normAutofit fontScale="90000"/>
          </a:bodyPr>
          <a:lstStyle/>
          <a:p>
            <a:r>
              <a:rPr lang="en-US" dirty="0"/>
              <a:t>YOU CAN SEE THAT THERE IS A INTANCE WHICH IS BEING LAUNCED UNDER THE FOLLOWING  PICTURE WHICH IS BEING  WITH BLUE COLOR .</a:t>
            </a:r>
          </a:p>
        </p:txBody>
      </p:sp>
      <p:pic>
        <p:nvPicPr>
          <p:cNvPr id="5" name="Content Placeholder 4">
            <a:extLst>
              <a:ext uri="{FF2B5EF4-FFF2-40B4-BE49-F238E27FC236}">
                <a16:creationId xmlns:a16="http://schemas.microsoft.com/office/drawing/2014/main" id="{4B81E6FD-CE0A-C91A-DB0A-7BEE96DFD7E6}"/>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3965869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F6246-08A4-5D22-6AE2-AC8CF6EE6D32}"/>
              </a:ext>
            </a:extLst>
          </p:cNvPr>
          <p:cNvSpPr>
            <a:spLocks noGrp="1"/>
          </p:cNvSpPr>
          <p:nvPr>
            <p:ph type="title"/>
          </p:nvPr>
        </p:nvSpPr>
        <p:spPr/>
        <p:txBody>
          <a:bodyPr/>
          <a:lstStyle/>
          <a:p>
            <a:r>
              <a:rPr lang="en-US" dirty="0"/>
              <a:t>S3 BUCKET </a:t>
            </a:r>
            <a:br>
              <a:rPr lang="en-US" dirty="0"/>
            </a:br>
            <a:endParaRPr lang="en-US" dirty="0"/>
          </a:p>
        </p:txBody>
      </p:sp>
      <p:pic>
        <p:nvPicPr>
          <p:cNvPr id="5" name="Content Placeholder 4">
            <a:extLst>
              <a:ext uri="{FF2B5EF4-FFF2-40B4-BE49-F238E27FC236}">
                <a16:creationId xmlns:a16="http://schemas.microsoft.com/office/drawing/2014/main" id="{54BCAAB3-3D1C-9CB5-EEE5-9BE867FBD8B0}"/>
              </a:ext>
            </a:extLst>
          </p:cNvPr>
          <p:cNvPicPr>
            <a:picLocks noGrp="1" noChangeAspect="1"/>
          </p:cNvPicPr>
          <p:nvPr>
            <p:ph idx="1"/>
          </p:nvPr>
        </p:nvPicPr>
        <p:blipFill>
          <a:blip r:embed="rId2"/>
          <a:stretch>
            <a:fillRect/>
          </a:stretch>
        </p:blipFill>
        <p:spPr>
          <a:xfrm>
            <a:off x="620785" y="2141538"/>
            <a:ext cx="10024844" cy="3649662"/>
          </a:xfrm>
        </p:spPr>
      </p:pic>
    </p:spTree>
    <p:extLst>
      <p:ext uri="{BB962C8B-B14F-4D97-AF65-F5344CB8AC3E}">
        <p14:creationId xmlns:p14="http://schemas.microsoft.com/office/powerpoint/2010/main" val="87980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5F3AF-D534-2529-17FD-6293193C7C43}"/>
              </a:ext>
            </a:extLst>
          </p:cNvPr>
          <p:cNvSpPr>
            <a:spLocks noGrp="1"/>
          </p:cNvSpPr>
          <p:nvPr>
            <p:ph type="title"/>
          </p:nvPr>
        </p:nvSpPr>
        <p:spPr/>
        <p:txBody>
          <a:bodyPr/>
          <a:lstStyle/>
          <a:p>
            <a:r>
              <a:rPr lang="en-US" dirty="0"/>
              <a:t>HOW TO  CREATE a bucket there is a picture in </a:t>
            </a:r>
            <a:r>
              <a:rPr lang="en-US" dirty="0" err="1"/>
              <a:t>aws</a:t>
            </a:r>
            <a:r>
              <a:rPr lang="en-US" dirty="0"/>
              <a:t> how to make it </a:t>
            </a:r>
          </a:p>
        </p:txBody>
      </p:sp>
      <p:pic>
        <p:nvPicPr>
          <p:cNvPr id="5" name="Content Placeholder 4">
            <a:extLst>
              <a:ext uri="{FF2B5EF4-FFF2-40B4-BE49-F238E27FC236}">
                <a16:creationId xmlns:a16="http://schemas.microsoft.com/office/drawing/2014/main" id="{C5E305D6-F314-D291-7E7F-81B698CFE40A}"/>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16793268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{92B46EEE-B0AF-4673-868C-3C96601707E7}TFb5ae2469-0bae-4978-b0e0-39dd046150ffc1c1b4f4-8604d1515019</Template>
  <TotalTime>31</TotalTime>
  <Words>165</Words>
  <Application>Microsoft Office PowerPoint</Application>
  <PresentationFormat>Widescreen</PresentationFormat>
  <Paragraphs>14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 Light</vt:lpstr>
      <vt:lpstr>Arial</vt:lpstr>
      <vt:lpstr>Calibri</vt:lpstr>
      <vt:lpstr>Celestial</vt:lpstr>
      <vt:lpstr>AWS PROJECT1 :-”Hello world”Serverless API . </vt:lpstr>
      <vt:lpstr>HOW TO CREATE A FUNCTION IN  LAMBDA </vt:lpstr>
      <vt:lpstr>THEN WRITE THE LAMBDA CODE IN AWS </vt:lpstr>
      <vt:lpstr>CREATE API GATEWAY </vt:lpstr>
      <vt:lpstr>THERE ARE FOLLOWING STEPS HOW TO CREATE A GATAWEAY :-  GO TO THE NEXT</vt:lpstr>
      <vt:lpstr>THEN HOW TO DO DEPLOY IN AWS    AS YOU CAN SEE in this following  picture that  after crating you have to deploy as you can see that it is being  deployed .</vt:lpstr>
      <vt:lpstr>Then go to the ec2 instance and make your instance and them connect t0 that instance  </vt:lpstr>
      <vt:lpstr>YOU CAN SEE THAT THERE IS A INTANCE WHICH IS BEING LAUNCED UNDER THE FOLLOWING  PICTURE WHICH IS BEING  WITH BLUE COLOR .</vt:lpstr>
      <vt:lpstr>S3 BUCKET  </vt:lpstr>
      <vt:lpstr>HOW TO  CREATE a bucket there is a picture in aws how to make it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ananya tiwari</dc:creator>
  <cp:lastModifiedBy>ananya tiwari</cp:lastModifiedBy>
  <cp:revision>1</cp:revision>
  <dcterms:created xsi:type="dcterms:W3CDTF">2025-06-19T10:47:40Z</dcterms:created>
  <dcterms:modified xsi:type="dcterms:W3CDTF">2025-06-19T11:18:55Z</dcterms:modified>
</cp:coreProperties>
</file>